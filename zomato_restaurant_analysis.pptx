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75" r:id="rId8"/>
    <p:sldId id="264" r:id="rId9"/>
    <p:sldId id="276" r:id="rId10"/>
    <p:sldId id="273" r:id="rId11"/>
    <p:sldId id="272" r:id="rId12"/>
    <p:sldId id="265" r:id="rId13"/>
    <p:sldId id="267" r:id="rId14"/>
    <p:sldId id="269" r:id="rId15"/>
    <p:sldId id="274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ya beeravelli" userId="415da5cce1100bb5" providerId="LiveId" clId="{3A8AEE31-CCCF-4F9F-A276-477BBF3B0369}"/>
    <pc:docChg chg="custSel modSld">
      <pc:chgData name="sreya beeravelli" userId="415da5cce1100bb5" providerId="LiveId" clId="{3A8AEE31-CCCF-4F9F-A276-477BBF3B0369}" dt="2025-03-11T11:52:48.230" v="3" actId="14100"/>
      <pc:docMkLst>
        <pc:docMk/>
      </pc:docMkLst>
      <pc:sldChg chg="addSp delSp modSp mod">
        <pc:chgData name="sreya beeravelli" userId="415da5cce1100bb5" providerId="LiveId" clId="{3A8AEE31-CCCF-4F9F-A276-477BBF3B0369}" dt="2025-03-11T11:52:48.230" v="3" actId="14100"/>
        <pc:sldMkLst>
          <pc:docMk/>
          <pc:sldMk cId="3004584002" sldId="269"/>
        </pc:sldMkLst>
        <pc:picChg chg="del">
          <ac:chgData name="sreya beeravelli" userId="415da5cce1100bb5" providerId="LiveId" clId="{3A8AEE31-CCCF-4F9F-A276-477BBF3B0369}" dt="2025-03-11T11:52:35.401" v="0" actId="478"/>
          <ac:picMkLst>
            <pc:docMk/>
            <pc:sldMk cId="3004584002" sldId="269"/>
            <ac:picMk id="3" creationId="{E4140F14-AFB1-C7C4-7A85-E8A66FB9E19C}"/>
          </ac:picMkLst>
        </pc:picChg>
        <pc:picChg chg="add mod">
          <ac:chgData name="sreya beeravelli" userId="415da5cce1100bb5" providerId="LiveId" clId="{3A8AEE31-CCCF-4F9F-A276-477BBF3B0369}" dt="2025-03-11T11:52:48.230" v="3" actId="14100"/>
          <ac:picMkLst>
            <pc:docMk/>
            <pc:sldMk cId="3004584002" sldId="269"/>
            <ac:picMk id="5" creationId="{E01D35E4-1176-8352-D593-FED90E227C1A}"/>
          </ac:picMkLst>
        </pc:picChg>
      </pc:sldChg>
    </pc:docChg>
  </pc:docChgLst>
  <pc:docChgLst>
    <pc:chgData name="RISHIKESH REDDY" userId="80c753e8af4f4f1c" providerId="LiveId" clId="{3F387EE4-AA7E-45B9-9E39-F7D4B8EE2241}"/>
    <pc:docChg chg="undo custSel addSld delSld modSld sldOrd">
      <pc:chgData name="RISHIKESH REDDY" userId="80c753e8af4f4f1c" providerId="LiveId" clId="{3F387EE4-AA7E-45B9-9E39-F7D4B8EE2241}" dt="2025-03-10T08:34:25.565" v="1039" actId="1076"/>
      <pc:docMkLst>
        <pc:docMk/>
      </pc:docMkLst>
      <pc:sldChg chg="modSp mod">
        <pc:chgData name="RISHIKESH REDDY" userId="80c753e8af4f4f1c" providerId="LiveId" clId="{3F387EE4-AA7E-45B9-9E39-F7D4B8EE2241}" dt="2025-03-10T08:26:21.142" v="979" actId="1076"/>
        <pc:sldMkLst>
          <pc:docMk/>
          <pc:sldMk cId="2497016991" sldId="258"/>
        </pc:sldMkLst>
        <pc:spChg chg="mod">
          <ac:chgData name="RISHIKESH REDDY" userId="80c753e8af4f4f1c" providerId="LiveId" clId="{3F387EE4-AA7E-45B9-9E39-F7D4B8EE2241}" dt="2025-03-10T08:26:21.142" v="979" actId="1076"/>
          <ac:spMkLst>
            <pc:docMk/>
            <pc:sldMk cId="2497016991" sldId="258"/>
            <ac:spMk id="3" creationId="{C4A1E9A7-86AB-02D1-8B80-DAA10E7A6046}"/>
          </ac:spMkLst>
        </pc:spChg>
      </pc:sldChg>
      <pc:sldChg chg="modSp mod">
        <pc:chgData name="RISHIKESH REDDY" userId="80c753e8af4f4f1c" providerId="LiveId" clId="{3F387EE4-AA7E-45B9-9E39-F7D4B8EE2241}" dt="2025-03-10T08:22:00.995" v="958" actId="123"/>
        <pc:sldMkLst>
          <pc:docMk/>
          <pc:sldMk cId="182694135" sldId="259"/>
        </pc:sldMkLst>
        <pc:spChg chg="mod">
          <ac:chgData name="RISHIKESH REDDY" userId="80c753e8af4f4f1c" providerId="LiveId" clId="{3F387EE4-AA7E-45B9-9E39-F7D4B8EE2241}" dt="2025-03-10T08:22:00.995" v="958" actId="123"/>
          <ac:spMkLst>
            <pc:docMk/>
            <pc:sldMk cId="182694135" sldId="259"/>
            <ac:spMk id="3" creationId="{F221DC0D-C8B0-2A5A-90D2-32CC0FB53A0A}"/>
          </ac:spMkLst>
        </pc:spChg>
      </pc:sldChg>
      <pc:sldChg chg="modSp mod">
        <pc:chgData name="RISHIKESH REDDY" userId="80c753e8af4f4f1c" providerId="LiveId" clId="{3F387EE4-AA7E-45B9-9E39-F7D4B8EE2241}" dt="2025-03-10T08:26:44.621" v="981" actId="1076"/>
        <pc:sldMkLst>
          <pc:docMk/>
          <pc:sldMk cId="3015354705" sldId="260"/>
        </pc:sldMkLst>
        <pc:spChg chg="mod">
          <ac:chgData name="RISHIKESH REDDY" userId="80c753e8af4f4f1c" providerId="LiveId" clId="{3F387EE4-AA7E-45B9-9E39-F7D4B8EE2241}" dt="2025-03-10T08:26:44.621" v="981" actId="1076"/>
          <ac:spMkLst>
            <pc:docMk/>
            <pc:sldMk cId="3015354705" sldId="260"/>
            <ac:spMk id="2" creationId="{2F3BC872-E51E-2091-0E9D-259633D14CE8}"/>
          </ac:spMkLst>
        </pc:spChg>
        <pc:spChg chg="mod">
          <ac:chgData name="RISHIKESH REDDY" userId="80c753e8af4f4f1c" providerId="LiveId" clId="{3F387EE4-AA7E-45B9-9E39-F7D4B8EE2241}" dt="2025-03-10T08:22:55.694" v="959" actId="255"/>
          <ac:spMkLst>
            <pc:docMk/>
            <pc:sldMk cId="3015354705" sldId="260"/>
            <ac:spMk id="3" creationId="{D842C173-BE69-D231-8047-0448FF788BE1}"/>
          </ac:spMkLst>
        </pc:spChg>
        <pc:spChg chg="mod">
          <ac:chgData name="RISHIKESH REDDY" userId="80c753e8af4f4f1c" providerId="LiveId" clId="{3F387EE4-AA7E-45B9-9E39-F7D4B8EE2241}" dt="2025-03-10T08:26:05.991" v="977" actId="1076"/>
          <ac:spMkLst>
            <pc:docMk/>
            <pc:sldMk cId="3015354705" sldId="260"/>
            <ac:spMk id="4" creationId="{CEF49FE6-92A4-C6A2-C29E-16171A375A69}"/>
          </ac:spMkLst>
        </pc:spChg>
        <pc:spChg chg="mod">
          <ac:chgData name="RISHIKESH REDDY" userId="80c753e8af4f4f1c" providerId="LiveId" clId="{3F387EE4-AA7E-45B9-9E39-F7D4B8EE2241}" dt="2025-03-10T08:26:12.926" v="978" actId="1076"/>
          <ac:spMkLst>
            <pc:docMk/>
            <pc:sldMk cId="3015354705" sldId="260"/>
            <ac:spMk id="5" creationId="{F00C8179-C5B0-5472-BDEF-9FA354A42A69}"/>
          </ac:spMkLst>
        </pc:spChg>
        <pc:spChg chg="mod">
          <ac:chgData name="RISHIKESH REDDY" userId="80c753e8af4f4f1c" providerId="LiveId" clId="{3F387EE4-AA7E-45B9-9E39-F7D4B8EE2241}" dt="2025-03-10T08:24:15.794" v="964" actId="255"/>
          <ac:spMkLst>
            <pc:docMk/>
            <pc:sldMk cId="3015354705" sldId="260"/>
            <ac:spMk id="10" creationId="{49D46837-8982-6A74-E14A-634E6CFFE7D8}"/>
          </ac:spMkLst>
        </pc:spChg>
        <pc:spChg chg="mod">
          <ac:chgData name="RISHIKESH REDDY" userId="80c753e8af4f4f1c" providerId="LiveId" clId="{3F387EE4-AA7E-45B9-9E39-F7D4B8EE2241}" dt="2025-03-10T08:25:52.260" v="976" actId="1076"/>
          <ac:spMkLst>
            <pc:docMk/>
            <pc:sldMk cId="3015354705" sldId="260"/>
            <ac:spMk id="11" creationId="{1A99BA22-232C-62A4-4F13-18C4EE504CBD}"/>
          </ac:spMkLst>
        </pc:spChg>
        <pc:spChg chg="mod">
          <ac:chgData name="RISHIKESH REDDY" userId="80c753e8af4f4f1c" providerId="LiveId" clId="{3F387EE4-AA7E-45B9-9E39-F7D4B8EE2241}" dt="2025-03-10T08:25:45.802" v="975" actId="1076"/>
          <ac:spMkLst>
            <pc:docMk/>
            <pc:sldMk cId="3015354705" sldId="260"/>
            <ac:spMk id="12" creationId="{FE5ECC89-294E-6CF4-0022-386EDD986678}"/>
          </ac:spMkLst>
        </pc:spChg>
        <pc:spChg chg="mod">
          <ac:chgData name="RISHIKESH REDDY" userId="80c753e8af4f4f1c" providerId="LiveId" clId="{3F387EE4-AA7E-45B9-9E39-F7D4B8EE2241}" dt="2025-03-10T08:25:03.992" v="972" actId="14100"/>
          <ac:spMkLst>
            <pc:docMk/>
            <pc:sldMk cId="3015354705" sldId="260"/>
            <ac:spMk id="13" creationId="{939500A4-EACB-E6DF-C9A2-5E952D23C9B1}"/>
          </ac:spMkLst>
        </pc:spChg>
        <pc:spChg chg="mod">
          <ac:chgData name="RISHIKESH REDDY" userId="80c753e8af4f4f1c" providerId="LiveId" clId="{3F387EE4-AA7E-45B9-9E39-F7D4B8EE2241}" dt="2025-03-10T08:25:32.192" v="974" actId="1076"/>
          <ac:spMkLst>
            <pc:docMk/>
            <pc:sldMk cId="3015354705" sldId="260"/>
            <ac:spMk id="16" creationId="{69105C0E-BFE9-7A05-EB42-DC0559A8D25F}"/>
          </ac:spMkLst>
        </pc:spChg>
      </pc:sldChg>
      <pc:sldChg chg="modSp mod">
        <pc:chgData name="RISHIKESH REDDY" userId="80c753e8af4f4f1c" providerId="LiveId" clId="{3F387EE4-AA7E-45B9-9E39-F7D4B8EE2241}" dt="2025-03-10T08:28:12.403" v="990" actId="14100"/>
        <pc:sldMkLst>
          <pc:docMk/>
          <pc:sldMk cId="133267572" sldId="261"/>
        </pc:sldMkLst>
        <pc:spChg chg="mod">
          <ac:chgData name="RISHIKESH REDDY" userId="80c753e8af4f4f1c" providerId="LiveId" clId="{3F387EE4-AA7E-45B9-9E39-F7D4B8EE2241}" dt="2025-03-10T08:26:31.766" v="980" actId="1076"/>
          <ac:spMkLst>
            <pc:docMk/>
            <pc:sldMk cId="133267572" sldId="261"/>
            <ac:spMk id="2" creationId="{91C6C8D6-BFA6-3770-0323-9A077FE50D43}"/>
          </ac:spMkLst>
        </pc:spChg>
        <pc:spChg chg="mod">
          <ac:chgData name="RISHIKESH REDDY" userId="80c753e8af4f4f1c" providerId="LiveId" clId="{3F387EE4-AA7E-45B9-9E39-F7D4B8EE2241}" dt="2025-03-10T08:27:05.460" v="983" actId="1076"/>
          <ac:spMkLst>
            <pc:docMk/>
            <pc:sldMk cId="133267572" sldId="261"/>
            <ac:spMk id="4" creationId="{14C28003-11F7-A7F4-D704-75322766E9CC}"/>
          </ac:spMkLst>
        </pc:spChg>
        <pc:spChg chg="mod">
          <ac:chgData name="RISHIKESH REDDY" userId="80c753e8af4f4f1c" providerId="LiveId" clId="{3F387EE4-AA7E-45B9-9E39-F7D4B8EE2241}" dt="2025-03-10T08:28:12.403" v="990" actId="14100"/>
          <ac:spMkLst>
            <pc:docMk/>
            <pc:sldMk cId="133267572" sldId="261"/>
            <ac:spMk id="5" creationId="{D4EA0B43-07A2-EBC9-ECCA-A5692CDEBB79}"/>
          </ac:spMkLst>
        </pc:spChg>
        <pc:spChg chg="mod">
          <ac:chgData name="RISHIKESH REDDY" userId="80c753e8af4f4f1c" providerId="LiveId" clId="{3F387EE4-AA7E-45B9-9E39-F7D4B8EE2241}" dt="2025-03-10T08:27:39.520" v="987" actId="1076"/>
          <ac:spMkLst>
            <pc:docMk/>
            <pc:sldMk cId="133267572" sldId="261"/>
            <ac:spMk id="6" creationId="{17FEE600-D3ED-AD2A-913C-8826FB2AF1EC}"/>
          </ac:spMkLst>
        </pc:spChg>
        <pc:spChg chg="mod">
          <ac:chgData name="RISHIKESH REDDY" userId="80c753e8af4f4f1c" providerId="LiveId" clId="{3F387EE4-AA7E-45B9-9E39-F7D4B8EE2241}" dt="2025-03-10T08:27:54.860" v="989" actId="1076"/>
          <ac:spMkLst>
            <pc:docMk/>
            <pc:sldMk cId="133267572" sldId="261"/>
            <ac:spMk id="7" creationId="{9B6B2A2E-69DF-4745-2FD4-B4A01F3AF3AC}"/>
          </ac:spMkLst>
        </pc:spChg>
      </pc:sldChg>
      <pc:sldChg chg="addSp delSp modSp mod">
        <pc:chgData name="RISHIKESH REDDY" userId="80c753e8af4f4f1c" providerId="LiveId" clId="{3F387EE4-AA7E-45B9-9E39-F7D4B8EE2241}" dt="2025-03-09T04:07:12.513" v="250" actId="1076"/>
        <pc:sldMkLst>
          <pc:docMk/>
          <pc:sldMk cId="830308455" sldId="262"/>
        </pc:sldMkLst>
        <pc:spChg chg="add mod">
          <ac:chgData name="RISHIKESH REDDY" userId="80c753e8af4f4f1c" providerId="LiveId" clId="{3F387EE4-AA7E-45B9-9E39-F7D4B8EE2241}" dt="2025-03-09T04:07:12.513" v="250" actId="1076"/>
          <ac:spMkLst>
            <pc:docMk/>
            <pc:sldMk cId="830308455" sldId="262"/>
            <ac:spMk id="2" creationId="{02BCBC2B-F862-29DD-DD63-AAAFFE28EBBE}"/>
          </ac:spMkLst>
        </pc:spChg>
        <pc:spChg chg="mod">
          <ac:chgData name="RISHIKESH REDDY" userId="80c753e8af4f4f1c" providerId="LiveId" clId="{3F387EE4-AA7E-45B9-9E39-F7D4B8EE2241}" dt="2025-03-09T04:04:37.932" v="164" actId="1076"/>
          <ac:spMkLst>
            <pc:docMk/>
            <pc:sldMk cId="830308455" sldId="262"/>
            <ac:spMk id="10" creationId="{265CC750-AED7-696D-7EA6-38ECA76A3BB2}"/>
          </ac:spMkLst>
        </pc:spChg>
        <pc:spChg chg="mod">
          <ac:chgData name="RISHIKESH REDDY" userId="80c753e8af4f4f1c" providerId="LiveId" clId="{3F387EE4-AA7E-45B9-9E39-F7D4B8EE2241}" dt="2025-03-09T04:07:06.317" v="249" actId="2710"/>
          <ac:spMkLst>
            <pc:docMk/>
            <pc:sldMk cId="830308455" sldId="262"/>
            <ac:spMk id="13" creationId="{4E87B7B3-7291-870F-B0FC-D0B6CDA2C918}"/>
          </ac:spMkLst>
        </pc:spChg>
        <pc:picChg chg="mod">
          <ac:chgData name="RISHIKESH REDDY" userId="80c753e8af4f4f1c" providerId="LiveId" clId="{3F387EE4-AA7E-45B9-9E39-F7D4B8EE2241}" dt="2025-03-09T04:05:01.811" v="167" actId="14100"/>
          <ac:picMkLst>
            <pc:docMk/>
            <pc:sldMk cId="830308455" sldId="262"/>
            <ac:picMk id="11" creationId="{4F5472D4-2E50-F037-E4C5-A3EFCFB5EC95}"/>
          </ac:picMkLst>
        </pc:picChg>
      </pc:sldChg>
      <pc:sldChg chg="addSp delSp modSp mod">
        <pc:chgData name="RISHIKESH REDDY" userId="80c753e8af4f4f1c" providerId="LiveId" clId="{3F387EE4-AA7E-45B9-9E39-F7D4B8EE2241}" dt="2025-03-10T08:29:17.930" v="998" actId="1076"/>
        <pc:sldMkLst>
          <pc:docMk/>
          <pc:sldMk cId="3643484938" sldId="264"/>
        </pc:sldMkLst>
        <pc:spChg chg="add mod">
          <ac:chgData name="RISHIKESH REDDY" userId="80c753e8af4f4f1c" providerId="LiveId" clId="{3F387EE4-AA7E-45B9-9E39-F7D4B8EE2241}" dt="2025-03-10T08:29:17.930" v="998" actId="1076"/>
          <ac:spMkLst>
            <pc:docMk/>
            <pc:sldMk cId="3643484938" sldId="264"/>
            <ac:spMk id="2" creationId="{0167A4A2-C22D-FC07-9AAF-CBB612D5F920}"/>
          </ac:spMkLst>
        </pc:spChg>
        <pc:spChg chg="mod">
          <ac:chgData name="RISHIKESH REDDY" userId="80c753e8af4f4f1c" providerId="LiveId" clId="{3F387EE4-AA7E-45B9-9E39-F7D4B8EE2241}" dt="2025-03-10T08:29:04.941" v="995" actId="1076"/>
          <ac:spMkLst>
            <pc:docMk/>
            <pc:sldMk cId="3643484938" sldId="264"/>
            <ac:spMk id="4" creationId="{41B1688F-BE4B-EE64-3987-DD3A7399C8AD}"/>
          </ac:spMkLst>
        </pc:spChg>
        <pc:spChg chg="mod">
          <ac:chgData name="RISHIKESH REDDY" userId="80c753e8af4f4f1c" providerId="LiveId" clId="{3F387EE4-AA7E-45B9-9E39-F7D4B8EE2241}" dt="2025-03-10T08:29:11.061" v="997" actId="1076"/>
          <ac:spMkLst>
            <pc:docMk/>
            <pc:sldMk cId="3643484938" sldId="264"/>
            <ac:spMk id="5" creationId="{A3296448-167A-A38A-51F6-4CF84EA04C24}"/>
          </ac:spMkLst>
        </pc:spChg>
        <pc:picChg chg="mod">
          <ac:chgData name="RISHIKESH REDDY" userId="80c753e8af4f4f1c" providerId="LiveId" clId="{3F387EE4-AA7E-45B9-9E39-F7D4B8EE2241}" dt="2025-03-10T08:29:06.940" v="996" actId="1076"/>
          <ac:picMkLst>
            <pc:docMk/>
            <pc:sldMk cId="3643484938" sldId="264"/>
            <ac:picMk id="3" creationId="{2980C634-179D-A96B-85ED-28BC455FF6B4}"/>
          </ac:picMkLst>
        </pc:picChg>
      </pc:sldChg>
      <pc:sldChg chg="modSp mod">
        <pc:chgData name="RISHIKESH REDDY" userId="80c753e8af4f4f1c" providerId="LiveId" clId="{3F387EE4-AA7E-45B9-9E39-F7D4B8EE2241}" dt="2025-03-10T08:31:48.780" v="1015" actId="1076"/>
        <pc:sldMkLst>
          <pc:docMk/>
          <pc:sldMk cId="2901330408" sldId="265"/>
        </pc:sldMkLst>
        <pc:spChg chg="mod">
          <ac:chgData name="RISHIKESH REDDY" userId="80c753e8af4f4f1c" providerId="LiveId" clId="{3F387EE4-AA7E-45B9-9E39-F7D4B8EE2241}" dt="2025-03-10T08:31:35.591" v="1013" actId="1076"/>
          <ac:spMkLst>
            <pc:docMk/>
            <pc:sldMk cId="2901330408" sldId="265"/>
            <ac:spMk id="4" creationId="{DAD3EF77-0785-6FB0-969D-201FB1ECF4B6}"/>
          </ac:spMkLst>
        </pc:spChg>
        <pc:spChg chg="mod">
          <ac:chgData name="RISHIKESH REDDY" userId="80c753e8af4f4f1c" providerId="LiveId" clId="{3F387EE4-AA7E-45B9-9E39-F7D4B8EE2241}" dt="2025-03-10T08:31:48.780" v="1015" actId="1076"/>
          <ac:spMkLst>
            <pc:docMk/>
            <pc:sldMk cId="2901330408" sldId="265"/>
            <ac:spMk id="5" creationId="{08516449-D7A1-2022-42A5-1CE742B4A4A7}"/>
          </ac:spMkLst>
        </pc:spChg>
        <pc:picChg chg="mod">
          <ac:chgData name="RISHIKESH REDDY" userId="80c753e8af4f4f1c" providerId="LiveId" clId="{3F387EE4-AA7E-45B9-9E39-F7D4B8EE2241}" dt="2025-03-10T08:31:25.991" v="1011" actId="1076"/>
          <ac:picMkLst>
            <pc:docMk/>
            <pc:sldMk cId="2901330408" sldId="265"/>
            <ac:picMk id="3" creationId="{D4E94D3D-C6F4-32CC-80B1-5843116F5EB0}"/>
          </ac:picMkLst>
        </pc:picChg>
      </pc:sldChg>
      <pc:sldChg chg="del">
        <pc:chgData name="RISHIKESH REDDY" userId="80c753e8af4f4f1c" providerId="LiveId" clId="{3F387EE4-AA7E-45B9-9E39-F7D4B8EE2241}" dt="2025-03-09T04:29:45.901" v="948" actId="2696"/>
        <pc:sldMkLst>
          <pc:docMk/>
          <pc:sldMk cId="3950546681" sldId="266"/>
        </pc:sldMkLst>
      </pc:sldChg>
      <pc:sldChg chg="modSp mod">
        <pc:chgData name="RISHIKESH REDDY" userId="80c753e8af4f4f1c" providerId="LiveId" clId="{3F387EE4-AA7E-45B9-9E39-F7D4B8EE2241}" dt="2025-03-10T08:32:20.781" v="1020" actId="1076"/>
        <pc:sldMkLst>
          <pc:docMk/>
          <pc:sldMk cId="817599282" sldId="267"/>
        </pc:sldMkLst>
        <pc:spChg chg="mod">
          <ac:chgData name="RISHIKESH REDDY" userId="80c753e8af4f4f1c" providerId="LiveId" clId="{3F387EE4-AA7E-45B9-9E39-F7D4B8EE2241}" dt="2025-03-10T08:32:05.140" v="1018" actId="1076"/>
          <ac:spMkLst>
            <pc:docMk/>
            <pc:sldMk cId="817599282" sldId="267"/>
            <ac:spMk id="6" creationId="{5DF69916-FC18-49CE-5085-3C01CFD63373}"/>
          </ac:spMkLst>
        </pc:spChg>
        <pc:spChg chg="mod">
          <ac:chgData name="RISHIKESH REDDY" userId="80c753e8af4f4f1c" providerId="LiveId" clId="{3F387EE4-AA7E-45B9-9E39-F7D4B8EE2241}" dt="2025-03-10T08:32:20.781" v="1020" actId="1076"/>
          <ac:spMkLst>
            <pc:docMk/>
            <pc:sldMk cId="817599282" sldId="267"/>
            <ac:spMk id="7" creationId="{593CE947-BA3D-183A-1857-246385F993E5}"/>
          </ac:spMkLst>
        </pc:spChg>
        <pc:picChg chg="mod">
          <ac:chgData name="RISHIKESH REDDY" userId="80c753e8af4f4f1c" providerId="LiveId" clId="{3F387EE4-AA7E-45B9-9E39-F7D4B8EE2241}" dt="2025-03-10T08:31:54.913" v="1016" actId="1076"/>
          <ac:picMkLst>
            <pc:docMk/>
            <pc:sldMk cId="817599282" sldId="267"/>
            <ac:picMk id="5" creationId="{19908642-0D86-51CE-936E-358E221426F4}"/>
          </ac:picMkLst>
        </pc:picChg>
      </pc:sldChg>
      <pc:sldChg chg="del">
        <pc:chgData name="RISHIKESH REDDY" userId="80c753e8af4f4f1c" providerId="LiveId" clId="{3F387EE4-AA7E-45B9-9E39-F7D4B8EE2241}" dt="2025-03-09T04:30:06.035" v="949" actId="2696"/>
        <pc:sldMkLst>
          <pc:docMk/>
          <pc:sldMk cId="3572703204" sldId="268"/>
        </pc:sldMkLst>
      </pc:sldChg>
      <pc:sldChg chg="addSp delSp modSp mod">
        <pc:chgData name="RISHIKESH REDDY" userId="80c753e8af4f4f1c" providerId="LiveId" clId="{3F387EE4-AA7E-45B9-9E39-F7D4B8EE2241}" dt="2025-03-09T04:31:25.632" v="953" actId="14100"/>
        <pc:sldMkLst>
          <pc:docMk/>
          <pc:sldMk cId="3004584002" sldId="269"/>
        </pc:sldMkLst>
      </pc:sldChg>
      <pc:sldChg chg="modSp mod">
        <pc:chgData name="RISHIKESH REDDY" userId="80c753e8af4f4f1c" providerId="LiveId" clId="{3F387EE4-AA7E-45B9-9E39-F7D4B8EE2241}" dt="2025-03-10T08:33:39.875" v="1033" actId="1076"/>
        <pc:sldMkLst>
          <pc:docMk/>
          <pc:sldMk cId="3357263054" sldId="270"/>
        </pc:sldMkLst>
        <pc:spChg chg="mod">
          <ac:chgData name="RISHIKESH REDDY" userId="80c753e8af4f4f1c" providerId="LiveId" clId="{3F387EE4-AA7E-45B9-9E39-F7D4B8EE2241}" dt="2025-03-10T08:33:19.996" v="1029" actId="255"/>
          <ac:spMkLst>
            <pc:docMk/>
            <pc:sldMk cId="3357263054" sldId="270"/>
            <ac:spMk id="5" creationId="{C94D909A-9209-B609-D761-8F34E9236A39}"/>
          </ac:spMkLst>
        </pc:spChg>
        <pc:spChg chg="mod">
          <ac:chgData name="RISHIKESH REDDY" userId="80c753e8af4f4f1c" providerId="LiveId" clId="{3F387EE4-AA7E-45B9-9E39-F7D4B8EE2241}" dt="2025-03-10T08:33:30.395" v="1031" actId="1076"/>
          <ac:spMkLst>
            <pc:docMk/>
            <pc:sldMk cId="3357263054" sldId="270"/>
            <ac:spMk id="6" creationId="{4978BD37-83AE-9DC1-77A9-2AA40C90CD84}"/>
          </ac:spMkLst>
        </pc:spChg>
        <pc:spChg chg="mod">
          <ac:chgData name="RISHIKESH REDDY" userId="80c753e8af4f4f1c" providerId="LiveId" clId="{3F387EE4-AA7E-45B9-9E39-F7D4B8EE2241}" dt="2025-03-10T08:33:39.875" v="1033" actId="1076"/>
          <ac:spMkLst>
            <pc:docMk/>
            <pc:sldMk cId="3357263054" sldId="270"/>
            <ac:spMk id="7" creationId="{28A0317C-4B27-B0E6-453C-65D84A219029}"/>
          </ac:spMkLst>
        </pc:spChg>
      </pc:sldChg>
      <pc:sldChg chg="modSp mod">
        <pc:chgData name="RISHIKESH REDDY" userId="80c753e8af4f4f1c" providerId="LiveId" clId="{3F387EE4-AA7E-45B9-9E39-F7D4B8EE2241}" dt="2025-03-10T08:34:25.565" v="1039" actId="1076"/>
        <pc:sldMkLst>
          <pc:docMk/>
          <pc:sldMk cId="1871059217" sldId="271"/>
        </pc:sldMkLst>
        <pc:spChg chg="mod">
          <ac:chgData name="RISHIKESH REDDY" userId="80c753e8af4f4f1c" providerId="LiveId" clId="{3F387EE4-AA7E-45B9-9E39-F7D4B8EE2241}" dt="2025-03-10T08:34:25.565" v="1039" actId="1076"/>
          <ac:spMkLst>
            <pc:docMk/>
            <pc:sldMk cId="1871059217" sldId="271"/>
            <ac:spMk id="3" creationId="{4D2DFEEF-53A0-1B3C-9B1A-2836F7676BCE}"/>
          </ac:spMkLst>
        </pc:spChg>
        <pc:spChg chg="mod">
          <ac:chgData name="RISHIKESH REDDY" userId="80c753e8af4f4f1c" providerId="LiveId" clId="{3F387EE4-AA7E-45B9-9E39-F7D4B8EE2241}" dt="2025-03-10T08:34:13.336" v="1037" actId="1076"/>
          <ac:spMkLst>
            <pc:docMk/>
            <pc:sldMk cId="1871059217" sldId="271"/>
            <ac:spMk id="7" creationId="{8E9CE8D1-52AC-EADC-6A5A-3751BADCFFA0}"/>
          </ac:spMkLst>
        </pc:spChg>
        <pc:spChg chg="mod">
          <ac:chgData name="RISHIKESH REDDY" userId="80c753e8af4f4f1c" providerId="LiveId" clId="{3F387EE4-AA7E-45B9-9E39-F7D4B8EE2241}" dt="2025-03-10T08:34:19.088" v="1038" actId="1076"/>
          <ac:spMkLst>
            <pc:docMk/>
            <pc:sldMk cId="1871059217" sldId="271"/>
            <ac:spMk id="8" creationId="{E784776F-A1F4-6061-6678-8DA452531A1E}"/>
          </ac:spMkLst>
        </pc:spChg>
      </pc:sldChg>
      <pc:sldChg chg="delSp modSp mod">
        <pc:chgData name="RISHIKESH REDDY" userId="80c753e8af4f4f1c" providerId="LiveId" clId="{3F387EE4-AA7E-45B9-9E39-F7D4B8EE2241}" dt="2025-03-10T08:31:20.092" v="1010" actId="2711"/>
        <pc:sldMkLst>
          <pc:docMk/>
          <pc:sldMk cId="1582645415" sldId="272"/>
        </pc:sldMkLst>
        <pc:spChg chg="mod">
          <ac:chgData name="RISHIKESH REDDY" userId="80c753e8af4f4f1c" providerId="LiveId" clId="{3F387EE4-AA7E-45B9-9E39-F7D4B8EE2241}" dt="2025-03-10T08:31:20.092" v="1010" actId="2711"/>
          <ac:spMkLst>
            <pc:docMk/>
            <pc:sldMk cId="1582645415" sldId="272"/>
            <ac:spMk id="11" creationId="{F094FE39-97DB-3563-19ED-B8144878AC58}"/>
          </ac:spMkLst>
        </pc:spChg>
        <pc:spChg chg="mod">
          <ac:chgData name="RISHIKESH REDDY" userId="80c753e8af4f4f1c" providerId="LiveId" clId="{3F387EE4-AA7E-45B9-9E39-F7D4B8EE2241}" dt="2025-03-09T04:19:11.074" v="566" actId="2710"/>
          <ac:spMkLst>
            <pc:docMk/>
            <pc:sldMk cId="1582645415" sldId="272"/>
            <ac:spMk id="12" creationId="{4415802F-A382-1550-CD48-DE69B43FBD66}"/>
          </ac:spMkLst>
        </pc:spChg>
        <pc:picChg chg="mod">
          <ac:chgData name="RISHIKESH REDDY" userId="80c753e8af4f4f1c" providerId="LiveId" clId="{3F387EE4-AA7E-45B9-9E39-F7D4B8EE2241}" dt="2025-03-09T04:18:13.149" v="553" actId="14100"/>
          <ac:picMkLst>
            <pc:docMk/>
            <pc:sldMk cId="1582645415" sldId="272"/>
            <ac:picMk id="10" creationId="{39D87895-77C4-A1C8-1727-1BFE12F2D41D}"/>
          </ac:picMkLst>
        </pc:picChg>
      </pc:sldChg>
      <pc:sldChg chg="addSp delSp modSp mod ord">
        <pc:chgData name="RISHIKESH REDDY" userId="80c753e8af4f4f1c" providerId="LiveId" clId="{3F387EE4-AA7E-45B9-9E39-F7D4B8EE2241}" dt="2025-03-10T08:30:03.620" v="1007" actId="1076"/>
        <pc:sldMkLst>
          <pc:docMk/>
          <pc:sldMk cId="1211144220" sldId="273"/>
        </pc:sldMkLst>
        <pc:spChg chg="add mod">
          <ac:chgData name="RISHIKESH REDDY" userId="80c753e8af4f4f1c" providerId="LiveId" clId="{3F387EE4-AA7E-45B9-9E39-F7D4B8EE2241}" dt="2025-03-10T08:30:03.620" v="1007" actId="1076"/>
          <ac:spMkLst>
            <pc:docMk/>
            <pc:sldMk cId="1211144220" sldId="273"/>
            <ac:spMk id="2" creationId="{E3C89683-C1B9-0853-54BA-71E79C087941}"/>
          </ac:spMkLst>
        </pc:spChg>
        <pc:spChg chg="mod">
          <ac:chgData name="RISHIKESH REDDY" userId="80c753e8af4f4f1c" providerId="LiveId" clId="{3F387EE4-AA7E-45B9-9E39-F7D4B8EE2241}" dt="2025-03-10T08:29:59.481" v="1006" actId="1076"/>
          <ac:spMkLst>
            <pc:docMk/>
            <pc:sldMk cId="1211144220" sldId="273"/>
            <ac:spMk id="6" creationId="{00B2B2E2-F693-8975-D704-3CC2C208AA7C}"/>
          </ac:spMkLst>
        </pc:spChg>
        <pc:spChg chg="mod">
          <ac:chgData name="RISHIKESH REDDY" userId="80c753e8af4f4f1c" providerId="LiveId" clId="{3F387EE4-AA7E-45B9-9E39-F7D4B8EE2241}" dt="2025-03-10T08:29:49.922" v="1003" actId="1076"/>
          <ac:spMkLst>
            <pc:docMk/>
            <pc:sldMk cId="1211144220" sldId="273"/>
            <ac:spMk id="10" creationId="{77804DF4-CFD7-396D-E716-9C1BD013A84A}"/>
          </ac:spMkLst>
        </pc:spChg>
        <pc:picChg chg="mod">
          <ac:chgData name="RISHIKESH REDDY" userId="80c753e8af4f4f1c" providerId="LiveId" clId="{3F387EE4-AA7E-45B9-9E39-F7D4B8EE2241}" dt="2025-03-10T08:29:51.971" v="1004" actId="1076"/>
          <ac:picMkLst>
            <pc:docMk/>
            <pc:sldMk cId="1211144220" sldId="273"/>
            <ac:picMk id="3" creationId="{354A6A57-942F-DF60-8088-D3464913C3CD}"/>
          </ac:picMkLst>
        </pc:picChg>
        <pc:picChg chg="mod">
          <ac:chgData name="RISHIKESH REDDY" userId="80c753e8af4f4f1c" providerId="LiveId" clId="{3F387EE4-AA7E-45B9-9E39-F7D4B8EE2241}" dt="2025-03-10T08:29:54.731" v="1005" actId="1076"/>
          <ac:picMkLst>
            <pc:docMk/>
            <pc:sldMk cId="1211144220" sldId="273"/>
            <ac:picMk id="7" creationId="{D5D8E6D3-429F-C796-E4E9-EC95BC2E87DA}"/>
          </ac:picMkLst>
        </pc:picChg>
      </pc:sldChg>
      <pc:sldChg chg="modSp mod">
        <pc:chgData name="RISHIKESH REDDY" userId="80c753e8af4f4f1c" providerId="LiveId" clId="{3F387EE4-AA7E-45B9-9E39-F7D4B8EE2241}" dt="2025-03-10T08:33:09.818" v="1028" actId="1076"/>
        <pc:sldMkLst>
          <pc:docMk/>
          <pc:sldMk cId="2635602569" sldId="274"/>
        </pc:sldMkLst>
        <pc:spChg chg="mod">
          <ac:chgData name="RISHIKESH REDDY" userId="80c753e8af4f4f1c" providerId="LiveId" clId="{3F387EE4-AA7E-45B9-9E39-F7D4B8EE2241}" dt="2025-03-10T08:32:38.301" v="1022" actId="255"/>
          <ac:spMkLst>
            <pc:docMk/>
            <pc:sldMk cId="2635602569" sldId="274"/>
            <ac:spMk id="3" creationId="{5046A506-1A2C-AABB-C3F7-09907DCAEE96}"/>
          </ac:spMkLst>
        </pc:spChg>
        <pc:spChg chg="mod">
          <ac:chgData name="RISHIKESH REDDY" userId="80c753e8af4f4f1c" providerId="LiveId" clId="{3F387EE4-AA7E-45B9-9E39-F7D4B8EE2241}" dt="2025-03-10T08:32:56.867" v="1025" actId="1076"/>
          <ac:spMkLst>
            <pc:docMk/>
            <pc:sldMk cId="2635602569" sldId="274"/>
            <ac:spMk id="4" creationId="{26FF6067-78CE-946B-A30D-0DB5042E4B2C}"/>
          </ac:spMkLst>
        </pc:spChg>
        <pc:spChg chg="mod">
          <ac:chgData name="RISHIKESH REDDY" userId="80c753e8af4f4f1c" providerId="LiveId" clId="{3F387EE4-AA7E-45B9-9E39-F7D4B8EE2241}" dt="2025-03-10T08:33:09.818" v="1028" actId="1076"/>
          <ac:spMkLst>
            <pc:docMk/>
            <pc:sldMk cId="2635602569" sldId="274"/>
            <ac:spMk id="5" creationId="{95B71185-657A-7516-271A-78678C0F8A48}"/>
          </ac:spMkLst>
        </pc:spChg>
      </pc:sldChg>
      <pc:sldChg chg="addSp modSp new mod">
        <pc:chgData name="RISHIKESH REDDY" userId="80c753e8af4f4f1c" providerId="LiveId" clId="{3F387EE4-AA7E-45B9-9E39-F7D4B8EE2241}" dt="2025-03-10T08:28:56.842" v="994" actId="1076"/>
        <pc:sldMkLst>
          <pc:docMk/>
          <pc:sldMk cId="2634503295" sldId="275"/>
        </pc:sldMkLst>
        <pc:spChg chg="add mod">
          <ac:chgData name="RISHIKESH REDDY" userId="80c753e8af4f4f1c" providerId="LiveId" clId="{3F387EE4-AA7E-45B9-9E39-F7D4B8EE2241}" dt="2025-03-10T08:28:42.221" v="991" actId="1076"/>
          <ac:spMkLst>
            <pc:docMk/>
            <pc:sldMk cId="2634503295" sldId="275"/>
            <ac:spMk id="4" creationId="{D09426EB-A070-A8CC-1FD9-747788EE7DA8}"/>
          </ac:spMkLst>
        </pc:spChg>
        <pc:spChg chg="add mod">
          <ac:chgData name="RISHIKESH REDDY" userId="80c753e8af4f4f1c" providerId="LiveId" clId="{3F387EE4-AA7E-45B9-9E39-F7D4B8EE2241}" dt="2025-03-10T08:28:51.532" v="993" actId="1076"/>
          <ac:spMkLst>
            <pc:docMk/>
            <pc:sldMk cId="2634503295" sldId="275"/>
            <ac:spMk id="6" creationId="{B4C3EEE6-2CA7-715C-4AE5-D685AB8D3BA4}"/>
          </ac:spMkLst>
        </pc:spChg>
        <pc:spChg chg="add mod">
          <ac:chgData name="RISHIKESH REDDY" userId="80c753e8af4f4f1c" providerId="LiveId" clId="{3F387EE4-AA7E-45B9-9E39-F7D4B8EE2241}" dt="2025-03-10T08:28:56.842" v="994" actId="1076"/>
          <ac:spMkLst>
            <pc:docMk/>
            <pc:sldMk cId="2634503295" sldId="275"/>
            <ac:spMk id="7" creationId="{2E9AA4EB-5058-F85F-B4C0-48C2837B6391}"/>
          </ac:spMkLst>
        </pc:spChg>
        <pc:picChg chg="add mod">
          <ac:chgData name="RISHIKESH REDDY" userId="80c753e8af4f4f1c" providerId="LiveId" clId="{3F387EE4-AA7E-45B9-9E39-F7D4B8EE2241}" dt="2025-03-10T08:28:47.620" v="992" actId="1076"/>
          <ac:picMkLst>
            <pc:docMk/>
            <pc:sldMk cId="2634503295" sldId="275"/>
            <ac:picMk id="2" creationId="{52161E66-6C83-2F92-963D-F0F81F93FA9B}"/>
          </ac:picMkLst>
        </pc:picChg>
      </pc:sldChg>
      <pc:sldChg chg="addSp delSp modSp new mod">
        <pc:chgData name="RISHIKESH REDDY" userId="80c753e8af4f4f1c" providerId="LiveId" clId="{3F387EE4-AA7E-45B9-9E39-F7D4B8EE2241}" dt="2025-03-10T08:29:41.560" v="1002" actId="1076"/>
        <pc:sldMkLst>
          <pc:docMk/>
          <pc:sldMk cId="1803580365" sldId="276"/>
        </pc:sldMkLst>
        <pc:spChg chg="add mod">
          <ac:chgData name="RISHIKESH REDDY" userId="80c753e8af4f4f1c" providerId="LiveId" clId="{3F387EE4-AA7E-45B9-9E39-F7D4B8EE2241}" dt="2025-03-10T08:29:26.678" v="999" actId="1076"/>
          <ac:spMkLst>
            <pc:docMk/>
            <pc:sldMk cId="1803580365" sldId="276"/>
            <ac:spMk id="9" creationId="{28E952AD-15BF-BA62-9922-EBE8EE7B41AF}"/>
          </ac:spMkLst>
        </pc:spChg>
        <pc:spChg chg="add mod">
          <ac:chgData name="RISHIKESH REDDY" userId="80c753e8af4f4f1c" providerId="LiveId" clId="{3F387EE4-AA7E-45B9-9E39-F7D4B8EE2241}" dt="2025-03-10T08:29:33.421" v="1001" actId="1076"/>
          <ac:spMkLst>
            <pc:docMk/>
            <pc:sldMk cId="1803580365" sldId="276"/>
            <ac:spMk id="11" creationId="{7D1A5D05-2FC8-99DA-34C6-F27045656BBE}"/>
          </ac:spMkLst>
        </pc:spChg>
        <pc:spChg chg="add mod">
          <ac:chgData name="RISHIKESH REDDY" userId="80c753e8af4f4f1c" providerId="LiveId" clId="{3F387EE4-AA7E-45B9-9E39-F7D4B8EE2241}" dt="2025-03-10T08:29:41.560" v="1002" actId="1076"/>
          <ac:spMkLst>
            <pc:docMk/>
            <pc:sldMk cId="1803580365" sldId="276"/>
            <ac:spMk id="12" creationId="{65FD868C-A597-90BC-EABA-7F5095CA595F}"/>
          </ac:spMkLst>
        </pc:spChg>
        <pc:picChg chg="add mod">
          <ac:chgData name="RISHIKESH REDDY" userId="80c753e8af4f4f1c" providerId="LiveId" clId="{3F387EE4-AA7E-45B9-9E39-F7D4B8EE2241}" dt="2025-03-10T08:29:30.410" v="1000" actId="1076"/>
          <ac:picMkLst>
            <pc:docMk/>
            <pc:sldMk cId="1803580365" sldId="276"/>
            <ac:picMk id="7" creationId="{7FE3D973-E2F4-A8B6-BBD0-39667D978A8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1FC2-D7AC-4B24-AC6F-BA3B7EAD5D8E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E5C48D7-918D-46D1-A2D9-B0365165833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9912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1FC2-D7AC-4B24-AC6F-BA3B7EAD5D8E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C48D7-918D-46D1-A2D9-B03651658332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205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1FC2-D7AC-4B24-AC6F-BA3B7EAD5D8E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C48D7-918D-46D1-A2D9-B0365165833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532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1FC2-D7AC-4B24-AC6F-BA3B7EAD5D8E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C48D7-918D-46D1-A2D9-B03651658332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543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1FC2-D7AC-4B24-AC6F-BA3B7EAD5D8E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C48D7-918D-46D1-A2D9-B03651658332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611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1FC2-D7AC-4B24-AC6F-BA3B7EAD5D8E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C48D7-918D-46D1-A2D9-B03651658332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26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1FC2-D7AC-4B24-AC6F-BA3B7EAD5D8E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C48D7-918D-46D1-A2D9-B03651658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85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1FC2-D7AC-4B24-AC6F-BA3B7EAD5D8E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C48D7-918D-46D1-A2D9-B03651658332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8729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DDA51FC2-D7AC-4B24-AC6F-BA3B7EAD5D8E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C48D7-918D-46D1-A2D9-B03651658332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45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1FC2-D7AC-4B24-AC6F-BA3B7EAD5D8E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C48D7-918D-46D1-A2D9-B03651658332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972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1FC2-D7AC-4B24-AC6F-BA3B7EAD5D8E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C48D7-918D-46D1-A2D9-B0365165833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52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A51FC2-D7AC-4B24-AC6F-BA3B7EAD5D8E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E5C48D7-918D-46D1-A2D9-B0365165833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642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Block deal: Zomato shares in focus as Alipay may sell 3.4% stake today -  BusinessToday">
            <a:extLst>
              <a:ext uri="{FF2B5EF4-FFF2-40B4-BE49-F238E27FC236}">
                <a16:creationId xmlns:a16="http://schemas.microsoft.com/office/drawing/2014/main" id="{5F034524-10A6-6ACF-7267-D65EEA39A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0712" y="776262"/>
            <a:ext cx="5751443" cy="530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5E9756-6982-9F62-C92A-147DD8681EDD}"/>
              </a:ext>
            </a:extLst>
          </p:cNvPr>
          <p:cNvSpPr txBox="1"/>
          <p:nvPr/>
        </p:nvSpPr>
        <p:spPr>
          <a:xfrm>
            <a:off x="485911" y="2570921"/>
            <a:ext cx="524329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+mj-lt"/>
                <a:ea typeface="Segoe UI Black" panose="020B0A02040204020203" pitchFamily="34" charset="0"/>
              </a:rPr>
              <a:t>ZOMATO RESTAURANT </a:t>
            </a:r>
            <a:br>
              <a:rPr lang="en-US" sz="3200" b="1" dirty="0">
                <a:latin typeface="+mj-lt"/>
                <a:ea typeface="Segoe UI Black" panose="020B0A02040204020203" pitchFamily="34" charset="0"/>
              </a:rPr>
            </a:br>
            <a:r>
              <a:rPr lang="en-US" sz="3200" b="1" dirty="0">
                <a:latin typeface="+mj-lt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4348A6-029D-6C24-D598-AA45CE79ECE9}"/>
              </a:ext>
            </a:extLst>
          </p:cNvPr>
          <p:cNvSpPr txBox="1"/>
          <p:nvPr/>
        </p:nvSpPr>
        <p:spPr>
          <a:xfrm>
            <a:off x="1839615" y="5076663"/>
            <a:ext cx="25358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BEERAVELLI SREYA</a:t>
            </a:r>
            <a:br>
              <a:rPr lang="en-US" sz="2400" b="1" dirty="0"/>
            </a:br>
            <a:r>
              <a:rPr lang="en-US" sz="2400" b="1" dirty="0"/>
              <a:t>23-02-2025</a:t>
            </a:r>
          </a:p>
        </p:txBody>
      </p:sp>
    </p:spTree>
    <p:extLst>
      <p:ext uri="{BB962C8B-B14F-4D97-AF65-F5344CB8AC3E}">
        <p14:creationId xmlns:p14="http://schemas.microsoft.com/office/powerpoint/2010/main" val="1159686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Zomato share price falls over 3% after inclusion in Sensex | Stock Market  News">
            <a:extLst>
              <a:ext uri="{FF2B5EF4-FFF2-40B4-BE49-F238E27FC236}">
                <a16:creationId xmlns:a16="http://schemas.microsoft.com/office/drawing/2014/main" id="{B2C0516A-C440-56CF-049E-FD9C7E10BB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895" y="1622486"/>
            <a:ext cx="4331179" cy="2432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3117B3-2E7B-B165-4F2D-6508EE10786B}"/>
              </a:ext>
            </a:extLst>
          </p:cNvPr>
          <p:cNvSpPr txBox="1"/>
          <p:nvPr/>
        </p:nvSpPr>
        <p:spPr>
          <a:xfrm>
            <a:off x="1544609" y="697970"/>
            <a:ext cx="38068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+mj-lt"/>
              </a:rPr>
              <a:t>ABOUT ZOMATO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A1E9A7-86AB-02D1-8B80-DAA10E7A6046}"/>
              </a:ext>
            </a:extLst>
          </p:cNvPr>
          <p:cNvSpPr txBox="1"/>
          <p:nvPr/>
        </p:nvSpPr>
        <p:spPr>
          <a:xfrm>
            <a:off x="1379508" y="4715182"/>
            <a:ext cx="9713844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Zomato is an online platform that provides restaurant discovery, food delivery, and reviews. It connects users with eateries, helping them explore menus, read reviews, and order food online.</a:t>
            </a:r>
          </a:p>
        </p:txBody>
      </p:sp>
      <p:pic>
        <p:nvPicPr>
          <p:cNvPr id="2054" name="Picture 6" descr="Zomato Business Model &amp; Growth Strategy - GrowthX Deep Dive">
            <a:extLst>
              <a:ext uri="{FF2B5EF4-FFF2-40B4-BE49-F238E27FC236}">
                <a16:creationId xmlns:a16="http://schemas.microsoft.com/office/drawing/2014/main" id="{4A5E4EE2-067F-5839-CE92-EBA6B9344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773952"/>
            <a:ext cx="5385766" cy="3829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7016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42925D-C52B-9D8B-3A46-4AA667B69A7A}"/>
              </a:ext>
            </a:extLst>
          </p:cNvPr>
          <p:cNvSpPr txBox="1"/>
          <p:nvPr/>
        </p:nvSpPr>
        <p:spPr>
          <a:xfrm>
            <a:off x="1641175" y="1275735"/>
            <a:ext cx="49513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+mj-lt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21DC0D-C8B0-2A5A-90D2-32CC0FB53A0A}"/>
              </a:ext>
            </a:extLst>
          </p:cNvPr>
          <p:cNvSpPr txBox="1"/>
          <p:nvPr/>
        </p:nvSpPr>
        <p:spPr>
          <a:xfrm>
            <a:off x="1769807" y="2153264"/>
            <a:ext cx="9389806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Zomato aims to expand its restaurant network by identifying high-potential locations based on customer demand, market gaps, and economic feasibility. The objective is to use data-driven insights to determine optimal areas, cuisine preferences, and restaurant types. This will help maximize profitability, enhance customer experience, and ensure sustainable growth.</a:t>
            </a:r>
          </a:p>
        </p:txBody>
      </p:sp>
    </p:spTree>
    <p:extLst>
      <p:ext uri="{BB962C8B-B14F-4D97-AF65-F5344CB8AC3E}">
        <p14:creationId xmlns:p14="http://schemas.microsoft.com/office/powerpoint/2010/main" val="182694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3BC872-E51E-2091-0E9D-259633D14CE8}"/>
              </a:ext>
            </a:extLst>
          </p:cNvPr>
          <p:cNvSpPr txBox="1"/>
          <p:nvPr/>
        </p:nvSpPr>
        <p:spPr>
          <a:xfrm>
            <a:off x="1226992" y="955149"/>
            <a:ext cx="58662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+mj-lt"/>
              </a:rPr>
              <a:t>ZOMATO DATA SNAPSHOT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42C173-BE69-D231-8047-0448FF788BE1}"/>
              </a:ext>
            </a:extLst>
          </p:cNvPr>
          <p:cNvSpPr txBox="1"/>
          <p:nvPr/>
        </p:nvSpPr>
        <p:spPr>
          <a:xfrm>
            <a:off x="1533048" y="1874190"/>
            <a:ext cx="4916795" cy="872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Total Number of Restaurants: 9542 across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15 Countries and 140 Cities.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F49FE6-92A4-C6A2-C29E-16171A375A69}"/>
              </a:ext>
            </a:extLst>
          </p:cNvPr>
          <p:cNvSpPr txBox="1"/>
          <p:nvPr/>
        </p:nvSpPr>
        <p:spPr>
          <a:xfrm>
            <a:off x="1533048" y="2786440"/>
            <a:ext cx="4647426" cy="8740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Number of Cuisines: 1852 reflecting the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wide range of tastes onboard.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0C8179-C5B0-5472-BDEF-9FA354A42A69}"/>
              </a:ext>
            </a:extLst>
          </p:cNvPr>
          <p:cNvSpPr txBox="1"/>
          <p:nvPr/>
        </p:nvSpPr>
        <p:spPr>
          <a:xfrm>
            <a:off x="1533048" y="3636630"/>
            <a:ext cx="5019323" cy="8740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Successfully running with a robust feedback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system, receiving over 1.4 million votes.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5C142A-FCDC-E5DA-20D9-666B9B926F9E}"/>
              </a:ext>
            </a:extLst>
          </p:cNvPr>
          <p:cNvCxnSpPr/>
          <p:nvPr/>
        </p:nvCxnSpPr>
        <p:spPr>
          <a:xfrm>
            <a:off x="6796209" y="1874190"/>
            <a:ext cx="0" cy="402866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9D46837-8982-6A74-E14A-634E6CFFE7D8}"/>
              </a:ext>
            </a:extLst>
          </p:cNvPr>
          <p:cNvSpPr txBox="1"/>
          <p:nvPr/>
        </p:nvSpPr>
        <p:spPr>
          <a:xfrm>
            <a:off x="7093213" y="1874190"/>
            <a:ext cx="345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cleaning and processing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99BA22-232C-62A4-4F13-18C4EE504CBD}"/>
              </a:ext>
            </a:extLst>
          </p:cNvPr>
          <p:cNvSpPr txBox="1"/>
          <p:nvPr/>
        </p:nvSpPr>
        <p:spPr>
          <a:xfrm>
            <a:off x="7093213" y="2262856"/>
            <a:ext cx="4275529" cy="456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duplicates present in the dataset.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5ECC89-294E-6CF4-0022-386EDD986678}"/>
              </a:ext>
            </a:extLst>
          </p:cNvPr>
          <p:cNvSpPr txBox="1"/>
          <p:nvPr/>
        </p:nvSpPr>
        <p:spPr>
          <a:xfrm>
            <a:off x="7093213" y="2719391"/>
            <a:ext cx="4542502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Removed rows with missing values in the "Cuisine" column.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9500A4-EACB-E6DF-C9A2-5E952D23C9B1}"/>
              </a:ext>
            </a:extLst>
          </p:cNvPr>
          <p:cNvSpPr txBox="1"/>
          <p:nvPr/>
        </p:nvSpPr>
        <p:spPr>
          <a:xfrm>
            <a:off x="7093214" y="3626739"/>
            <a:ext cx="4970680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Converted country codes to full country names for better clarity.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105C0E-BFE9-7A05-EB42-DC0559A8D25F}"/>
              </a:ext>
            </a:extLst>
          </p:cNvPr>
          <p:cNvSpPr txBox="1"/>
          <p:nvPr/>
        </p:nvSpPr>
        <p:spPr>
          <a:xfrm>
            <a:off x="7093213" y="4484540"/>
            <a:ext cx="5149510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Cleaned data ensuring consistency and completeness across all columns.</a:t>
            </a:r>
          </a:p>
        </p:txBody>
      </p:sp>
    </p:spTree>
    <p:extLst>
      <p:ext uri="{BB962C8B-B14F-4D97-AF65-F5344CB8AC3E}">
        <p14:creationId xmlns:p14="http://schemas.microsoft.com/office/powerpoint/2010/main" val="3015354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C6C8D6-BFA6-3770-0323-9A077FE50D43}"/>
              </a:ext>
            </a:extLst>
          </p:cNvPr>
          <p:cNvSpPr txBox="1"/>
          <p:nvPr/>
        </p:nvSpPr>
        <p:spPr>
          <a:xfrm>
            <a:off x="698090" y="231623"/>
            <a:ext cx="59023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+mj-lt"/>
              </a:rPr>
              <a:t>Analytical Approach and Tools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C28003-11F7-A7F4-D704-75322766E9CC}"/>
              </a:ext>
            </a:extLst>
          </p:cNvPr>
          <p:cNvSpPr txBox="1"/>
          <p:nvPr/>
        </p:nvSpPr>
        <p:spPr>
          <a:xfrm>
            <a:off x="698090" y="989042"/>
            <a:ext cx="6871097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Cleaning: Utilized functions like TRIM, Remove Duplicates and Missing values to ensure data accuracy.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EA0B43-07A2-EBC9-ECCA-A5692CDEBB79}"/>
              </a:ext>
            </a:extLst>
          </p:cNvPr>
          <p:cNvSpPr txBox="1"/>
          <p:nvPr/>
        </p:nvSpPr>
        <p:spPr>
          <a:xfrm>
            <a:off x="699284" y="1832588"/>
            <a:ext cx="6987703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Enrichment: Enhanced the dataset with additional variables using XLOOKUP to cross-reference external data sources and to connect tables across workbook/s.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FEE600-D3ED-AD2A-913C-8826FB2AF1EC}"/>
              </a:ext>
            </a:extLst>
          </p:cNvPr>
          <p:cNvSpPr txBox="1"/>
          <p:nvPr/>
        </p:nvSpPr>
        <p:spPr>
          <a:xfrm>
            <a:off x="698089" y="3125773"/>
            <a:ext cx="6871097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Descriptive Analysis: Employed PivotTables for summarizing key metrics and identifying average order value across different regions and different cuisines.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6B2A2E-69DF-4745-2FD4-B4A01F3AF3AC}"/>
              </a:ext>
            </a:extLst>
          </p:cNvPr>
          <p:cNvSpPr txBox="1"/>
          <p:nvPr/>
        </p:nvSpPr>
        <p:spPr>
          <a:xfrm>
            <a:off x="698089" y="4384817"/>
            <a:ext cx="6871097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Visualization: Created dynamic charts and dashboards for data representation, enabling Interactive data exploration and for creating best story around the opening of restaurants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ED7E79-49E0-1817-309F-D977E39ED8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987" y="1924549"/>
            <a:ext cx="4236056" cy="351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67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65CC750-AED7-696D-7EA6-38ECA76A3BB2}"/>
              </a:ext>
            </a:extLst>
          </p:cNvPr>
          <p:cNvSpPr txBox="1"/>
          <p:nvPr/>
        </p:nvSpPr>
        <p:spPr>
          <a:xfrm>
            <a:off x="1567913" y="648820"/>
            <a:ext cx="8163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+mj-lt"/>
              </a:rPr>
              <a:t>Restaurants count in Different Countries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5472D4-2E50-F037-E4C5-A3EFCFB5E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264" y="1615972"/>
            <a:ext cx="8163792" cy="27689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E87B7B3-7291-870F-B0FC-D0B6CDA2C918}"/>
              </a:ext>
            </a:extLst>
          </p:cNvPr>
          <p:cNvSpPr txBox="1"/>
          <p:nvPr/>
        </p:nvSpPr>
        <p:spPr>
          <a:xfrm>
            <a:off x="2326562" y="4767340"/>
            <a:ext cx="9199195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India has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8,652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restaurants, which is significantly higher than any other country on the list.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BCBC2B-F862-29DD-DD63-AAAFFE28EBBE}"/>
              </a:ext>
            </a:extLst>
          </p:cNvPr>
          <p:cNvSpPr txBox="1"/>
          <p:nvPr/>
        </p:nvSpPr>
        <p:spPr>
          <a:xfrm>
            <a:off x="2326562" y="5639374"/>
            <a:ext cx="7753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is a huge difference in the restaurants count across the countries</a:t>
            </a:r>
          </a:p>
        </p:txBody>
      </p:sp>
    </p:spTree>
    <p:extLst>
      <p:ext uri="{BB962C8B-B14F-4D97-AF65-F5344CB8AC3E}">
        <p14:creationId xmlns:p14="http://schemas.microsoft.com/office/powerpoint/2010/main" val="830308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161E66-6C83-2F92-963D-F0F81F93F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079" y="1212772"/>
            <a:ext cx="7431665" cy="29264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9426EB-A070-A8CC-1FD9-747788EE7DA8}"/>
              </a:ext>
            </a:extLst>
          </p:cNvPr>
          <p:cNvSpPr txBox="1"/>
          <p:nvPr/>
        </p:nvSpPr>
        <p:spPr>
          <a:xfrm>
            <a:off x="1550843" y="367762"/>
            <a:ext cx="93180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+mj-lt"/>
              </a:rPr>
              <a:t>Restaurants opened in every year 2010-2018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C3EEE6-2CA7-715C-4AE5-D685AB8D3BA4}"/>
              </a:ext>
            </a:extLst>
          </p:cNvPr>
          <p:cNvSpPr txBox="1"/>
          <p:nvPr/>
        </p:nvSpPr>
        <p:spPr>
          <a:xfrm>
            <a:off x="1910487" y="4222588"/>
            <a:ext cx="8860848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number of restaurant openings fluctuates over the years, with  periods of both growth and decline.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9AA4EB-5058-F85F-B4C0-48C2837B6391}"/>
              </a:ext>
            </a:extLst>
          </p:cNvPr>
          <p:cNvSpPr txBox="1"/>
          <p:nvPr/>
        </p:nvSpPr>
        <p:spPr>
          <a:xfrm>
            <a:off x="1910487" y="5094622"/>
            <a:ext cx="8860848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Since 2016 to 2018 there is a change in trend of opening restaurants increasing constantly. </a:t>
            </a:r>
          </a:p>
        </p:txBody>
      </p:sp>
    </p:spTree>
    <p:extLst>
      <p:ext uri="{BB962C8B-B14F-4D97-AF65-F5344CB8AC3E}">
        <p14:creationId xmlns:p14="http://schemas.microsoft.com/office/powerpoint/2010/main" val="2634503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80C634-179D-A96B-85ED-28BC455FF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250" y="1172800"/>
            <a:ext cx="6967650" cy="28036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B1688F-BE4B-EE64-3987-DD3A7399C8AD}"/>
              </a:ext>
            </a:extLst>
          </p:cNvPr>
          <p:cNvSpPr txBox="1"/>
          <p:nvPr/>
        </p:nvSpPr>
        <p:spPr>
          <a:xfrm>
            <a:off x="1579464" y="384196"/>
            <a:ext cx="78197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+mj-lt"/>
              </a:rPr>
              <a:t>Average Cost for Two across Countries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296448-167A-A38A-51F6-4CF84EA04C24}"/>
              </a:ext>
            </a:extLst>
          </p:cNvPr>
          <p:cNvSpPr txBox="1"/>
          <p:nvPr/>
        </p:nvSpPr>
        <p:spPr>
          <a:xfrm>
            <a:off x="2257392" y="4180307"/>
            <a:ext cx="9380425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Singapore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has the highest average cost for two people at 13,535, followed by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Philippines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9,769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67A4A2-C22D-FC07-9AAF-CBB612D5F920}"/>
              </a:ext>
            </a:extLst>
          </p:cNvPr>
          <p:cNvSpPr txBox="1"/>
          <p:nvPr/>
        </p:nvSpPr>
        <p:spPr>
          <a:xfrm>
            <a:off x="2257391" y="5138967"/>
            <a:ext cx="9380425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Average Cost for Two is affordable in very few countries and they are Asian countries .</a:t>
            </a:r>
          </a:p>
        </p:txBody>
      </p:sp>
    </p:spTree>
    <p:extLst>
      <p:ext uri="{BB962C8B-B14F-4D97-AF65-F5344CB8AC3E}">
        <p14:creationId xmlns:p14="http://schemas.microsoft.com/office/powerpoint/2010/main" val="3643484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FE3D973-E2F4-A8B6-BBD0-39667D978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339" y="1059315"/>
            <a:ext cx="4441762" cy="36261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E952AD-15BF-BA62-9922-EBE8EE7B41AF}"/>
              </a:ext>
            </a:extLst>
          </p:cNvPr>
          <p:cNvSpPr txBox="1"/>
          <p:nvPr/>
        </p:nvSpPr>
        <p:spPr>
          <a:xfrm>
            <a:off x="1424140" y="295540"/>
            <a:ext cx="97440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+mj-lt"/>
              </a:rPr>
              <a:t>Distribution of Price range among Countries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1A5D05-2FC8-99DA-34C6-F27045656BBE}"/>
              </a:ext>
            </a:extLst>
          </p:cNvPr>
          <p:cNvSpPr txBox="1"/>
          <p:nvPr/>
        </p:nvSpPr>
        <p:spPr>
          <a:xfrm>
            <a:off x="2272146" y="4864459"/>
            <a:ext cx="7094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 the above tells us that how people spending money on food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FD868C-A597-90BC-EABA-7F5095CA595F}"/>
              </a:ext>
            </a:extLst>
          </p:cNvPr>
          <p:cNvSpPr txBox="1"/>
          <p:nvPr/>
        </p:nvSpPr>
        <p:spPr>
          <a:xfrm>
            <a:off x="2272146" y="5233791"/>
            <a:ext cx="7647708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mass market share is distributed in price range 1 and price range 2 and rest is under premium category.</a:t>
            </a:r>
          </a:p>
        </p:txBody>
      </p:sp>
    </p:spTree>
    <p:extLst>
      <p:ext uri="{BB962C8B-B14F-4D97-AF65-F5344CB8AC3E}">
        <p14:creationId xmlns:p14="http://schemas.microsoft.com/office/powerpoint/2010/main" val="1803580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4A6A57-942F-DF60-8088-D3464913C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983" y="1187833"/>
            <a:ext cx="2781688" cy="26578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D8E6D3-429F-C796-E4E9-EC95BC2E8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671" y="1187833"/>
            <a:ext cx="3100248" cy="26578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804DF4-CFD7-396D-E716-9C1BD013A84A}"/>
              </a:ext>
            </a:extLst>
          </p:cNvPr>
          <p:cNvSpPr txBox="1"/>
          <p:nvPr/>
        </p:nvSpPr>
        <p:spPr>
          <a:xfrm>
            <a:off x="1701990" y="274084"/>
            <a:ext cx="8965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+mj-lt"/>
              </a:rPr>
              <a:t>Online Delivery and Table Booking Availability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B2B2E2-F693-8975-D704-3CC2C208AA7C}"/>
              </a:ext>
            </a:extLst>
          </p:cNvPr>
          <p:cNvSpPr txBox="1"/>
          <p:nvPr/>
        </p:nvSpPr>
        <p:spPr>
          <a:xfrm>
            <a:off x="2419663" y="3987022"/>
            <a:ext cx="8999987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above two pie charts explains how the online food penetration among the people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C89683-C1B9-0853-54BA-71E79C087941}"/>
              </a:ext>
            </a:extLst>
          </p:cNvPr>
          <p:cNvSpPr txBox="1"/>
          <p:nvPr/>
        </p:nvSpPr>
        <p:spPr>
          <a:xfrm>
            <a:off x="2419663" y="4798133"/>
            <a:ext cx="8617807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is a lot of scope for online food delivery business and also there is no table booking availability in big scale.</a:t>
            </a:r>
          </a:p>
        </p:txBody>
      </p:sp>
    </p:spTree>
    <p:extLst>
      <p:ext uri="{BB962C8B-B14F-4D97-AF65-F5344CB8AC3E}">
        <p14:creationId xmlns:p14="http://schemas.microsoft.com/office/powerpoint/2010/main" val="1211144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9D87895-77C4-A1C8-1727-1BFE12F2D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262" y="1537058"/>
            <a:ext cx="6903565" cy="32509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94FE39-97DB-3563-19ED-B8144878AC58}"/>
              </a:ext>
            </a:extLst>
          </p:cNvPr>
          <p:cNvSpPr txBox="1"/>
          <p:nvPr/>
        </p:nvSpPr>
        <p:spPr>
          <a:xfrm>
            <a:off x="1648154" y="653231"/>
            <a:ext cx="31642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+mj-lt"/>
              </a:rPr>
              <a:t>Top 10 Cuisines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15802F-A382-1550-CD48-DE69B43FBD66}"/>
              </a:ext>
            </a:extLst>
          </p:cNvPr>
          <p:cNvSpPr txBox="1"/>
          <p:nvPr/>
        </p:nvSpPr>
        <p:spPr>
          <a:xfrm>
            <a:off x="2036619" y="4925335"/>
            <a:ext cx="9945678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North Indian Cuisine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tops the list in Most restaurants , with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North Indian Chinese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Coming as a second choice.</a:t>
            </a:r>
          </a:p>
        </p:txBody>
      </p:sp>
    </p:spTree>
    <p:extLst>
      <p:ext uri="{BB962C8B-B14F-4D97-AF65-F5344CB8AC3E}">
        <p14:creationId xmlns:p14="http://schemas.microsoft.com/office/powerpoint/2010/main" val="1582645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E94D3D-C6F4-32CC-80B1-5843116F5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986" y="594228"/>
            <a:ext cx="9045684" cy="36019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D3EF77-0785-6FB0-969D-201FB1ECF4B6}"/>
              </a:ext>
            </a:extLst>
          </p:cNvPr>
          <p:cNvSpPr txBox="1"/>
          <p:nvPr/>
        </p:nvSpPr>
        <p:spPr>
          <a:xfrm>
            <a:off x="1747271" y="4413145"/>
            <a:ext cx="9406399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Here we analyzed the total restaurants in country, Avg expenditure on food for two persons in a country and Avg foot fall of a restaurant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16449-D7A1-2022-42A5-1CE742B4A4A7}"/>
              </a:ext>
            </a:extLst>
          </p:cNvPr>
          <p:cNvSpPr txBox="1"/>
          <p:nvPr/>
        </p:nvSpPr>
        <p:spPr>
          <a:xfrm>
            <a:off x="1747271" y="5197342"/>
            <a:ext cx="9406398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prefer a country with lesser restaurants count , good amount of foot fall and better expenditure on food , so that there we can start a new restaurants</a:t>
            </a:r>
          </a:p>
        </p:txBody>
      </p:sp>
    </p:spTree>
    <p:extLst>
      <p:ext uri="{BB962C8B-B14F-4D97-AF65-F5344CB8AC3E}">
        <p14:creationId xmlns:p14="http://schemas.microsoft.com/office/powerpoint/2010/main" val="2901330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908642-0D86-51CE-936E-358E22142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088" y="350982"/>
            <a:ext cx="9926435" cy="37343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F69916-FC18-49CE-5085-3C01CFD63373}"/>
              </a:ext>
            </a:extLst>
          </p:cNvPr>
          <p:cNvSpPr txBox="1"/>
          <p:nvPr/>
        </p:nvSpPr>
        <p:spPr>
          <a:xfrm>
            <a:off x="2056690" y="4085303"/>
            <a:ext cx="8715143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opening a new restaurant main KPI’s are Restaurant count, Average expenditure on food ratings and number of cuisines in that Country.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3CE947-BA3D-183A-1857-246385F993E5}"/>
              </a:ext>
            </a:extLst>
          </p:cNvPr>
          <p:cNvSpPr txBox="1"/>
          <p:nvPr/>
        </p:nvSpPr>
        <p:spPr>
          <a:xfrm>
            <a:off x="2056690" y="4837486"/>
            <a:ext cx="9319233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Conditions for KPI’s: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1) Lesser restaurant count                    3) Comparable number of cuisines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2) Good expenditure on food                4)  Good foot fall for better feedback</a:t>
            </a:r>
          </a:p>
        </p:txBody>
      </p:sp>
    </p:spTree>
    <p:extLst>
      <p:ext uri="{BB962C8B-B14F-4D97-AF65-F5344CB8AC3E}">
        <p14:creationId xmlns:p14="http://schemas.microsoft.com/office/powerpoint/2010/main" val="817599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5B52A8-1049-41C8-317B-6B241794DB1A}"/>
              </a:ext>
            </a:extLst>
          </p:cNvPr>
          <p:cNvSpPr txBox="1"/>
          <p:nvPr/>
        </p:nvSpPr>
        <p:spPr>
          <a:xfrm>
            <a:off x="393291" y="142589"/>
            <a:ext cx="3588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+mj-lt"/>
              </a:rPr>
              <a:t>VISUALIZATION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1D35E4-1176-8352-D593-FED90E227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35" y="1066800"/>
            <a:ext cx="11651226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584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A7D9BE-56F2-510D-0B32-AF7E7EE02AAC}"/>
              </a:ext>
            </a:extLst>
          </p:cNvPr>
          <p:cNvSpPr txBox="1"/>
          <p:nvPr/>
        </p:nvSpPr>
        <p:spPr>
          <a:xfrm>
            <a:off x="1801235" y="1111954"/>
            <a:ext cx="46957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+mj-lt"/>
              </a:rPr>
              <a:t>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46A506-1A2C-AABB-C3F7-09907DCAEE96}"/>
              </a:ext>
            </a:extLst>
          </p:cNvPr>
          <p:cNvSpPr txBox="1"/>
          <p:nvPr/>
        </p:nvSpPr>
        <p:spPr>
          <a:xfrm>
            <a:off x="1801235" y="2153264"/>
            <a:ext cx="9537290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ideal countries for opening new restaurants with lower competition are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Indonesia, Philippines, New Zealand, and the United Arab Emirates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as they have fewer existing restaurants, reducing market saturation.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FF6067-78CE-946B-A30D-0DB5042E4B2C}"/>
              </a:ext>
            </a:extLst>
          </p:cNvPr>
          <p:cNvSpPr txBox="1"/>
          <p:nvPr/>
        </p:nvSpPr>
        <p:spPr>
          <a:xfrm>
            <a:off x="1801235" y="3429000"/>
            <a:ext cx="9745497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locations show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high footfall per restaurant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indicating strong dining demand and potential customer engagement.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B71185-657A-7516-271A-78678C0F8A48}"/>
              </a:ext>
            </a:extLst>
          </p:cNvPr>
          <p:cNvSpPr txBox="1"/>
          <p:nvPr/>
        </p:nvSpPr>
        <p:spPr>
          <a:xfrm>
            <a:off x="1801236" y="4301034"/>
            <a:ext cx="9537289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average cost for two is high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ensuring better revenue generation and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2635602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6BB95F-6578-3AE6-6D7D-3E4C68ED758C}"/>
              </a:ext>
            </a:extLst>
          </p:cNvPr>
          <p:cNvSpPr txBox="1"/>
          <p:nvPr/>
        </p:nvSpPr>
        <p:spPr>
          <a:xfrm>
            <a:off x="873788" y="681914"/>
            <a:ext cx="3763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</a:rPr>
              <a:t>CONCLUSION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71FAC8-4B4A-49CB-EB8A-30B5B26AC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574" y="1774521"/>
            <a:ext cx="5572469" cy="28960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4D909A-9209-B609-D761-8F34E9236A39}"/>
              </a:ext>
            </a:extLst>
          </p:cNvPr>
          <p:cNvSpPr txBox="1"/>
          <p:nvPr/>
        </p:nvSpPr>
        <p:spPr>
          <a:xfrm>
            <a:off x="6619532" y="1266689"/>
            <a:ext cx="55724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Market Penetration: Identified top Countries for starting new restaurants and expansion opportunities.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78BD37-83AE-9DC1-77A9-2AA40C90CD84}"/>
              </a:ext>
            </a:extLst>
          </p:cNvPr>
          <p:cNvSpPr txBox="1"/>
          <p:nvPr/>
        </p:nvSpPr>
        <p:spPr>
          <a:xfrm>
            <a:off x="6619531" y="2177612"/>
            <a:ext cx="54585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 Engagement: Analyzed customer taste and purchasing power. Advocating for improve ratings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0317C-4B27-B0E6-453C-65D84A219029}"/>
              </a:ext>
            </a:extLst>
          </p:cNvPr>
          <p:cNvSpPr txBox="1"/>
          <p:nvPr/>
        </p:nvSpPr>
        <p:spPr>
          <a:xfrm>
            <a:off x="6619531" y="3100942"/>
            <a:ext cx="55724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Our in-depth analysis of Zomato's marketplace data unveils key opportunities for expanding its restaurant network, optimizing menu offerings, and enhancing customer dining experiences. These insights go beyond raw data—they serve as a roadmap for Zomato's next phase of growth, enabling strategic restaurant openings in high-demand areas, improving operational efficiency, and elevating partner and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3357263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A9835A-0FDB-5971-C35F-F58D9E1E1493}"/>
              </a:ext>
            </a:extLst>
          </p:cNvPr>
          <p:cNvSpPr txBox="1"/>
          <p:nvPr/>
        </p:nvSpPr>
        <p:spPr>
          <a:xfrm>
            <a:off x="1489587" y="1386348"/>
            <a:ext cx="29434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+mj-lt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2DFEEF-53A0-1B3C-9B1A-2836F7676BCE}"/>
              </a:ext>
            </a:extLst>
          </p:cNvPr>
          <p:cNvSpPr txBox="1"/>
          <p:nvPr/>
        </p:nvSpPr>
        <p:spPr>
          <a:xfrm>
            <a:off x="1489587" y="2532483"/>
            <a:ext cx="921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Newton School,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Refining Data Based on Newton School Guidelines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Lecture Notes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9CE8D1-52AC-EADC-6A5A-3751BADCFFA0}"/>
              </a:ext>
            </a:extLst>
          </p:cNvPr>
          <p:cNvSpPr txBox="1"/>
          <p:nvPr/>
        </p:nvSpPr>
        <p:spPr>
          <a:xfrm>
            <a:off x="1489587" y="3105834"/>
            <a:ext cx="9517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Newton School,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Data Cleaning Methods Based on Classes Given by Newton School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Lecture Notes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84776F-A1F4-6061-6678-8DA452531A1E}"/>
              </a:ext>
            </a:extLst>
          </p:cNvPr>
          <p:cNvSpPr txBox="1"/>
          <p:nvPr/>
        </p:nvSpPr>
        <p:spPr>
          <a:xfrm>
            <a:off x="1489587" y="3871310"/>
            <a:ext cx="8996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Microsoft Corporation,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Microsoft Excel: Data Visualization and Dashboard Creation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Software</a:t>
            </a:r>
          </a:p>
        </p:txBody>
      </p:sp>
    </p:spTree>
    <p:extLst>
      <p:ext uri="{BB962C8B-B14F-4D97-AF65-F5344CB8AC3E}">
        <p14:creationId xmlns:p14="http://schemas.microsoft.com/office/powerpoint/2010/main" val="187105921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422</TotalTime>
  <Words>834</Words>
  <Application>Microsoft Office PowerPoint</Application>
  <PresentationFormat>Widescreen</PresentationFormat>
  <Paragraphs>55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Gill Sans MT</vt:lpstr>
      <vt:lpstr>Wingdings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RISHIKESH REDDY</dc:creator>
  <cp:lastModifiedBy>sreya beeravelli</cp:lastModifiedBy>
  <cp:revision>6</cp:revision>
  <dcterms:created xsi:type="dcterms:W3CDTF">2025-02-25T06:37:08Z</dcterms:created>
  <dcterms:modified xsi:type="dcterms:W3CDTF">2025-03-11T11:52:55Z</dcterms:modified>
</cp:coreProperties>
</file>